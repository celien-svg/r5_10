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presenter Redis. Poser le probleme et laisser trois mauvaises reponses arriver. Slide suivante pour la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questions de coherence vont surgir ici. Les noter au tableau SANS y repondre a fond : « vous venez de trouver le sujet de la seance 5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572000" cy="4572000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64240" y="4389120"/>
            <a:ext cx="2286000" cy="2286000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clé-valeur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la bonne structure de données remplace l'optimisation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760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R5.A.10 — Nouveaux paradigmes de bases de données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C3F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du jour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PixelHub doit afficher le nombre de joueurs</a:t>
            </a:r>
            <a:endParaRPr lang="en-US" sz="33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actuellement en ligne. Mis à jour chaque seconde.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375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5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le stocke où : dans PostgreSQL, ou dans MongoDB 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moteurs qu'on a en main écrivent sur disque, avec des garanties de durabilité.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cette donnée-là n'aura aucune valeur dans deux secondes.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réponses spontanées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965960"/>
            <a:ext cx="475488" cy="47548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560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table Connexions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PostgreSQL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291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d'écritures par seconde si 5 000 joueurs se connectent et se déconnectent ? Et ce COUNT(*) chaque seconde ? Et dans une heure, ces lignes servent à quoi 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1965960"/>
            <a:ext cx="475488" cy="47548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9432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560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collection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MongoDB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3291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problème : on écrit sur disque, avec réplication, une donnée qui sera périmée dans deux secondes.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73736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ECF8F3"/>
          </a:solidFill>
          <a:ln w="12700">
            <a:solidFill>
              <a:srgbClr val="ECF8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94192" y="1965960"/>
            <a:ext cx="475488" cy="475488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2560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variable en mémoire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l'application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3291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intuition ! Mais si vous déployez deux instances de l'API derrière un répartiteur de charge, chacune a son compteur — et les deux sont faux.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7091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vous faut quelque chose en mémoire — donc rapide — mais partagé entre toutes les instances de l'application.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exactement ce qu'est Redis : une mémoire partagée, accessible par le réseau.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clé-valeur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dictionnaire géant, accessible par le réseau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1371600"/>
          </a:xfrm>
          <a:prstGeom prst="roundRect">
            <a:avLst>
              <a:gd name="adj" fmla="val 4667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65376"/>
            <a:ext cx="50840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 jeu:42:titre  "Hades II"</a:t>
            </a:r>
            <a:endParaRPr lang="en-US" sz="1400" dirty="0"/>
          </a:p>
          <a:p>
            <a:pPr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jeu:42:titre</a:t>
            </a:r>
            <a:endParaRPr lang="en-US" sz="1400" dirty="0"/>
          </a:p>
          <a:p>
            <a:pPr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"Hades II"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limite fondamentale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2128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peut pas demander « toutes les entrées dont la valeur contient X ».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la clé, on ne trouve rien.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429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L'analogie : la consigne de gare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67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donnez votre numéro de casier, on vous rend votre sac. Personne ne peut demander « tous les casiers contenant un sac rouge » — il faudrait tous les ouvrir.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de conception : vous devez concevoir vos clés avant vos données.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0235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relationnel, vous modélisez les données puis vous écrivez les requêtes. En clé-valeur, vous partez de la question que vous voulez poser,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vous en déduisez la clé. C'est un renversement du même ordre que celui de la séance dernière.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mémoire : ce que ça change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limites à énoncer honnêtement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475488" cy="47548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volume est borné par la RAM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443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met pas un catalogue de 500 Go dans Redis. C'est un complément, pas un remplaçant.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737360"/>
            <a:ext cx="5212080" cy="2103120"/>
          </a:xfrm>
          <a:prstGeom prst="roundRect">
            <a:avLst>
              <a:gd name="adj" fmla="val 3913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1965960"/>
            <a:ext cx="475488" cy="47548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560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RAM est volatile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94436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sait persister sur disque (instantanés périodiques, journal des écritures). « Redis perd tout » est donc faux — mais ce n'est pas sa raison d'être.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2976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choix assumé dans notre projet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64515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est le seul de nos quatre moteurs sans volume de persistance. C'est volontaire : ce qu'on va y mettre — cache, classements,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— est soit reconstructible, soit sans valeur dans une heure.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2303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votre Redis redémarre et que ça vous fait perdre des données irremplaçables, c'est que vous avez mis dans Redis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 chose qui n'aurait pas dû y être.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valeur n'est pas qu'une chaîne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 qui distingue Redis d'un simple cache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2834640"/>
                <a:gridCol w="337413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 phare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dans PixelHub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valeur simple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INCR, SET avec TTL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Compteurs, cache 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 champs nommés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HINCRBY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Session, profil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suite ordonnée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LPUSH / RPOP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de matchmaking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 éléments uniques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SINTER, SISMEMBER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Tags, appartenance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 membres + un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ZREVRANGE, ZREVRANK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029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croient que Redis ne stocke que des chaînes. La valeur peut être une structure de données, avec des opérations natives efficaces.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et Hash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valeur simple, ou un objet à champs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1554480"/>
          </a:xfrm>
          <a:prstGeom prst="roundRect">
            <a:avLst>
              <a:gd name="adj" fmla="val 4118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139696"/>
            <a:ext cx="49926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   jeu:42:titre "Hades II"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jeu:42:titre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   compteur:parties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INCRBY compteur:parties 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45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212080" cy="1554480"/>
          </a:xfrm>
          <a:prstGeom prst="roundRect">
            <a:avLst>
              <a:gd name="adj" fmla="val 4118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01968" y="2139696"/>
            <a:ext cx="48097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HSET    joueur:7 pseudo "Nova" xp 3400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HGET    joueur:7 xp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HGETALL joueur:7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HINCRBY joueur:7 xp 250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ECF8F3"/>
          </a:solidFill>
          <a:ln w="12700">
            <a:solidFill>
              <a:srgbClr val="ECF8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950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L'atomicité de INCR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976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 joueurs qui incrémentent en même temps : vous obtenez exactement mille.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SQL, UPDATE x = x + 1 marche aussi, mais pose un verrou de ligne. Ici, c'est une opération native.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37947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39502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pas du JSON dans une String 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42976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ajouter 250 XP, il faudrait lire, désérialiser, modifier, resérialiser, réécrire.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si deux requêtes le font en même temps, l'une écrase l'autre. HINCRBY fait ça atomiquement, côté serveur.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et Set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file d'attente, ou un ensemble sans doublon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— ordonnée, efficace aux extrémités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139696"/>
            <a:ext cx="499262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LPUSH  file:matchmaking "joueur:7"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LPUSH  file:matchmaking "joueur:12"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RPOP   file:matchmaking     → joueur:7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LLEN   file:matchmaking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LRANGE file:matchmaking 0 -1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LPUSH d'un côté, RPOP de l'autre : premier arrivé, premier servi. C'est LA structure du matchmaking.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revanche, accéder au milieu d'une liste est coûteux — Redis doit la parcourir.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645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— éléments uniques, non ordonnés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201168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01968" y="2139696"/>
            <a:ext cx="48097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SADD      jeu:42:joueurs "joueur:7"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SISMEMBER jeu:42:joueurs "joueur:7"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SCARD     jeu:42:joueurs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SINTER    jeu:42:joueurs jeu:99:joueurs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8862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SINTER : « quels joueurs jouent à la fois à ces deux jeux ». Une intersection d'ensembles calculée par le serveur.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SQL, c'est une jointure ; ici, c'est l'opération native de la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structure de la séance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Sorted Set — chaque membre a un score,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l'ensemble reste trié en permanence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6583680" cy="2103120"/>
          </a:xfrm>
          <a:prstGeom prst="roundRect">
            <a:avLst>
              <a:gd name="adj" fmla="val 3043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322576"/>
            <a:ext cx="618134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ZADD      classement:global 4500 "Nova"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ZADD      classement:global 3200 "Krayz"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ZINCRBY   classement:global 150  "Nova"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ZREVRANGE classement:global 0 9 WITHSCORES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ZREVRANK  classement:global "Krayz"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ZCARD     classement:global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194560"/>
            <a:ext cx="4297680" cy="2103120"/>
          </a:xfrm>
          <a:prstGeom prst="roundRect">
            <a:avLst>
              <a:gd name="adj" fmla="val 3913"/>
            </a:avLst>
          </a:prstGeom>
          <a:solidFill>
            <a:srgbClr val="2B2652"/>
          </a:solidFill>
          <a:ln w="25400">
            <a:solidFill>
              <a:srgbClr val="2FBF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ZREVRANK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743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 le rang d'un joueur parmi un million.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Instantanément.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3383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SQL : une fonction de fenêtrage sur toute la table, ou un COUNT des meilleurs scores. Un travail proportionnel au nombre de joueurs, à chaque affichage.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720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n'est pas « Redis est plus rapide ».</a:t>
            </a:r>
            <a:endParaRPr lang="en-US" sz="23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« la structure de données est la bonne » : elle maintient l'ordre en permanence, donc la réponse est déjà là.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Redis 6.2, ZRANGE accepte l'option REV et remplace ZREVRANGE, conservé pour compatibilité.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TTL — une durée de vie par clé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autre moteur de ce module ne fait ça nativement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583680" cy="1691640"/>
          </a:xfrm>
          <a:prstGeom prst="roundRect">
            <a:avLst>
              <a:gd name="adj" fmla="val 3784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65376"/>
            <a:ext cx="618134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    session:abc123 "joueur:7" EX 1800   // expire dans 1800 s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TTL     session:abc123                     // secondes restantes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  joueur:7:enligne 60                // poser un TTL après coup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 session:abc123                     // retirer le TTL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1737360"/>
            <a:ext cx="4297680" cy="1691640"/>
          </a:xfrm>
          <a:prstGeom prst="roundRect">
            <a:avLst>
              <a:gd name="adj" fmla="val 4865"/>
            </a:avLst>
          </a:prstGeom>
          <a:solidFill>
            <a:srgbClr val="ECF8F3"/>
          </a:solidFill>
          <a:ln w="12700">
            <a:solidFill>
              <a:srgbClr val="ECF8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valeurs de retour à connaître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240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  la clé existe, mais sans expiration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  la clé n'existe pas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880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très fréquente entre les deux.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840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c'est structurant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78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TTL, il faudrait une tâche planifiée qui balaie les données périmées : du code à écrire, à surveiller, qui peut échouer. Le TTL déplace cette responsabilité dans le moteur.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0EC"/>
          </a:solidFill>
          <a:ln w="12700">
            <a:solidFill>
              <a:srgbClr val="FFB8A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0566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limite à retenir : le TTL s'applique à une clé entière, jamais à un élément dans une structure.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peut pas faire expirer un seul membre d'un Set. Retenez-le : ça va vous bloquer aujourd'hui même.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nommage des clés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paraît anecdotique — c'est la compétence de conception centrale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2011680"/>
          </a:xfrm>
          <a:prstGeom prst="roundRect">
            <a:avLst>
              <a:gd name="adj" fmla="val 3182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65376"/>
            <a:ext cx="508406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joueur:7:profil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jeu:42:titre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classement:global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classement:jeu:42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file:matchmaking:fps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cache:catalogue:tous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enligne:joueurs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n'a pas de schéma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24028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Donc la convention de nommage est le schéma. C'est votre seule documentation.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400 000 clés en production et sans convention stricte, personne ne saura ce que contient votre Redis — et il n'y a pas de SHOW TABLES pour vous aider.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160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surtout : ne jamais utiliser KEYS en production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5720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jeu:* parcourt l'intégralité de l'espace de clés et bloque le serveur pendant ce temps — Redis traite les commandes une par une.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commande à utiliser est SCAN, qui parcourt par petits lots.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2303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0 MATCH jeu:* COUNT 100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cache : le motif cache-aside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courant, et celui du TP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475488" cy="47548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476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demande la donnée à Redis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246120"/>
            <a:ext cx="475488" cy="475488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246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13639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y est → on la renvoie. Terminé.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(cache hit)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434840"/>
            <a:ext cx="475488" cy="47548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434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32511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n'y est pas → on interroge MongoDB,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écrit le résultat dans Redis avec un TTL,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renvoie. (cache miss)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cache ne contient jamais rien d'irremplaçable : c'est une copie. S'il est vide, l'application est plus lente, mais elle fonctionne.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 qui rend le cache sûr — et pourquoi Redis n'a pas de volume chez nous.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si la donnée change 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administrateur corrige le titre d'un jeu dans MongoDB. Que voient les joueurs 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0EC"/>
          </a:solidFill>
          <a:ln w="12700">
            <a:solidFill>
              <a:srgbClr val="FFB8A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L'ancien titre, jusqu'à une minute. Deux sources affichent deux vérités différentes.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840480"/>
                <a:gridCol w="4562856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Expiration seule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attend le TTL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; données périmées pendant la durée du TTL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Invalidation à l'écriture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 en base → supprimer la clé de cache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jour ; il faut y penser partout où l'on écrit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Réécriture à l'écriture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 en base et dans le cache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jour ; que faire si la seconde écriture échoue 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TTL n'est pas une valeur technique, c'est une décision métier : combien de temps une donnée périmée est-elle acceptable 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catalogue de jeux, une minute est indolore. Pour un solde de monnaie, aucune durée n'est acceptable — c'est pourquoi le solde ne sera jamais en cache.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120640"/>
            <a:ext cx="3108960" cy="3108960"/>
          </a:xfrm>
          <a:prstGeom prst="ellipse">
            <a:avLst/>
          </a:prstGeom>
          <a:solidFill>
            <a:srgbClr val="2B2652"/>
          </a:solidFill>
          <a:ln w="12700">
            <a:solidFill>
              <a:srgbClr val="2B265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a établi aujourd'hui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45336"/>
            <a:ext cx="274320" cy="274320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4173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conçoit les clés avant les données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19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la clé, on ne trouve rien. On part de la question à poser, pas de la forme de la donnée.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60904"/>
            <a:ext cx="274320" cy="27432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53288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structure remplace l'optimisation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3522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rang parmi un million est instantané non parce que Redis est rapide, mais parce qu'un sorted set maintient l'ordre.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76472"/>
            <a:ext cx="274320" cy="274320"/>
          </a:xfrm>
          <a:prstGeom prst="ellipse">
            <a:avLst/>
          </a:prstGeom>
          <a:solidFill>
            <a:srgbClr val="7A6FD0"/>
          </a:solidFill>
          <a:ln w="12700">
            <a:solidFill>
              <a:srgbClr val="7A6F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64845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TTL déplace le nettoyage dans le moteur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05079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il s'applique à une clé entière, jamais à un élément d'une structure.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274320" cy="274320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76402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met dans Redis que ce dont la perte est acceptable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1663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classement, présence : tout est reconstructible ou éphémère. Le solde d'un joueur n'y sera jamais.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852160"/>
            <a:ext cx="9509760" cy="658368"/>
          </a:xfrm>
          <a:prstGeom prst="roundRect">
            <a:avLst>
              <a:gd name="adj" fmla="val 12500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852160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4 — « quels jeux possèdent les amis de mes amis, que je n'ai pas ? » Écrivez-le en SQL.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R5.A.10 - Seance 3 - Redis</dc:title>
  <dc:subject>PptxGenJS Presentation</dc:subject>
  <dc:creator>IUT - BUT Informatique</dc:creator>
  <cp:lastModifiedBy>IUT - BUT Informatique</cp:lastModifiedBy>
  <cp:revision>1</cp:revision>
  <dcterms:created xsi:type="dcterms:W3CDTF">2026-09-07T08:52:25Z</dcterms:created>
  <dcterms:modified xsi:type="dcterms:W3CDTF">2026-09-07T08:52:25Z</dcterms:modified>
</cp:coreProperties>
</file>